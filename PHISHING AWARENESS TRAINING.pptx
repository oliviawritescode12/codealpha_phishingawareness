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84425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8662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508632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205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3018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725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324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939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6446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48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405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94060">
              <a:srgbClr val="002060"/>
            </a:gs>
            <a:gs pos="53000">
              <a:srgbClr val="0070C0"/>
            </a:gs>
            <a:gs pos="46000">
              <a:schemeClr val="accent1">
                <a:lumMod val="95000"/>
                <a:lumOff val="5000"/>
              </a:schemeClr>
            </a:gs>
            <a:gs pos="100000">
              <a:schemeClr val="accent1">
                <a:lumMod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E14E3282-2188-481A-A519-58AC73A5B882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3F122D9-1EAC-44CA-A278-2A1F89ACE9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095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6" r:id="rId1"/>
    <p:sldLayoutId id="2147483877" r:id="rId2"/>
    <p:sldLayoutId id="2147483878" r:id="rId3"/>
    <p:sldLayoutId id="2147483879" r:id="rId4"/>
    <p:sldLayoutId id="2147483880" r:id="rId5"/>
    <p:sldLayoutId id="2147483881" r:id="rId6"/>
    <p:sldLayoutId id="2147483882" r:id="rId7"/>
    <p:sldLayoutId id="2147483883" r:id="rId8"/>
    <p:sldLayoutId id="2147483884" r:id="rId9"/>
    <p:sldLayoutId id="2147483885" r:id="rId10"/>
    <p:sldLayoutId id="2147483886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9997">
              <a:srgbClr val="3373A2"/>
            </a:gs>
            <a:gs pos="58000">
              <a:schemeClr val="accent1">
                <a:lumMod val="6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9495" y="363983"/>
            <a:ext cx="10422385" cy="2902999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PHISHING AWARENESS TRAINING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</a:t>
            </a:r>
            <a:r>
              <a:rPr lang="en-US" sz="2200" b="1" i="1" dirty="0" smtClean="0"/>
              <a:t>protect yourself from online scams</a:t>
            </a:r>
            <a:endParaRPr lang="en-US" sz="22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4234" y="4936284"/>
            <a:ext cx="9144000" cy="1655762"/>
          </a:xfrm>
        </p:spPr>
        <p:txBody>
          <a:bodyPr>
            <a:normAutofit/>
          </a:bodyPr>
          <a:lstStyle/>
          <a:p>
            <a:pPr algn="r"/>
            <a:r>
              <a:rPr lang="en-US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Created by:    </a:t>
            </a:r>
          </a:p>
          <a:p>
            <a:pPr algn="r"/>
            <a:r>
              <a:rPr lang="en-US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Anaele </a:t>
            </a:r>
            <a:r>
              <a:rPr lang="en-US" sz="1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</a:t>
            </a:r>
            <a:r>
              <a:rPr lang="en-US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hizoba Olivia</a:t>
            </a:r>
          </a:p>
          <a:p>
            <a:pPr algn="r"/>
            <a:r>
              <a:rPr lang="en-US" sz="1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Code Alpha internship</a:t>
            </a:r>
            <a:endParaRPr lang="en-US" sz="1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62523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2000">
        <p14:ripple/>
      </p:transition>
    </mc:Choice>
    <mc:Fallback>
      <p:transition spd="slow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95360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Definition of Phishing.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794" y="1802832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>
                <a:latin typeface="Baskerville Old Face" panose="02020602080505020303" pitchFamily="18" charset="0"/>
              </a:rPr>
              <a:t>Phishing is a cyber </a:t>
            </a:r>
            <a:r>
              <a:rPr lang="en-US" sz="3200" dirty="0" smtClean="0">
                <a:latin typeface="Baskerville Old Face" panose="02020602080505020303" pitchFamily="18" charset="0"/>
              </a:rPr>
              <a:t>social engineering</a:t>
            </a:r>
            <a:r>
              <a:rPr lang="en-US" sz="3200" dirty="0" smtClean="0">
                <a:latin typeface="Baskerville Old Face" panose="02020602080505020303" pitchFamily="18" charset="0"/>
              </a:rPr>
              <a:t> attack where attackers trick people into revealing sensitive information like passwords, bank details or personal data, they pretend to be trusted sources </a:t>
            </a:r>
            <a:r>
              <a:rPr lang="en-US" sz="3200" dirty="0" smtClean="0">
                <a:latin typeface="Baskerville Old Face" panose="02020602080505020303" pitchFamily="18" charset="0"/>
              </a:rPr>
              <a:t>instead of hacking humans they hack human trust, it works because it manipulates emotions not technology a</a:t>
            </a:r>
            <a:r>
              <a:rPr lang="en-US" sz="3200" dirty="0" smtClean="0">
                <a:latin typeface="Baskerville Old Face" panose="02020602080505020303" pitchFamily="18" charset="0"/>
              </a:rPr>
              <a:t>ttackers rely on human behavior</a:t>
            </a:r>
            <a:r>
              <a:rPr lang="en-US" sz="3200" dirty="0" smtClean="0">
                <a:latin typeface="Bookman Old Style" panose="02050604050505020204" pitchFamily="18" charset="0"/>
              </a:rPr>
              <a:t>.</a:t>
            </a:r>
            <a:endParaRPr lang="en-US" sz="32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340842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21993"/>
            <a:ext cx="10515600" cy="1325563"/>
          </a:xfrm>
        </p:spPr>
        <p:txBody>
          <a:bodyPr>
            <a:normAutofit/>
          </a:bodyPr>
          <a:lstStyle/>
          <a:p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Types of phishing.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u="sng" dirty="0" smtClean="0">
                <a:latin typeface="Baskerville Old Face" panose="02020602080505020303" pitchFamily="18" charset="0"/>
                <a:cs typeface="Arial" panose="020B0604020202020204" pitchFamily="34" charset="0"/>
              </a:rPr>
              <a:t>Email phishing: </a:t>
            </a:r>
            <a:r>
              <a:rPr lang="en-US" dirty="0" smtClean="0">
                <a:latin typeface="Baskerville Old Face" panose="02020602080505020303" pitchFamily="18" charset="0"/>
              </a:rPr>
              <a:t>This is the most common type of phishing it consists fake emails pretending to be real that usually contain malicious links or attachments.</a:t>
            </a:r>
          </a:p>
          <a:p>
            <a:pPr marL="514350" indent="-514350">
              <a:buFont typeface="+mj-lt"/>
              <a:buAutoNum type="arabicPeriod"/>
            </a:pPr>
            <a:r>
              <a:rPr lang="en-US" u="sng" dirty="0" smtClean="0">
                <a:latin typeface="Baskerville Old Face" panose="02020602080505020303" pitchFamily="18" charset="0"/>
              </a:rPr>
              <a:t>SMS phishing: </a:t>
            </a:r>
            <a:r>
              <a:rPr lang="en-US" dirty="0" smtClean="0">
                <a:latin typeface="Baskerville Old Face" panose="02020602080505020303" pitchFamily="18" charset="0"/>
              </a:rPr>
              <a:t>This is a deliberate form of phishing a targeted attack and it is much harder to detect because usually it includes personal information on the victim like their name, age.. fake messages  are sent on your phone </a:t>
            </a:r>
          </a:p>
          <a:p>
            <a:pPr marL="514350" indent="-514350">
              <a:buFont typeface="+mj-lt"/>
              <a:buAutoNum type="arabicPeriod"/>
            </a:pPr>
            <a:r>
              <a:rPr lang="en-US" u="sng" dirty="0" smtClean="0">
                <a:latin typeface="Baskerville Old Face" panose="02020602080505020303" pitchFamily="18" charset="0"/>
              </a:rPr>
              <a:t>Whaling:</a:t>
            </a:r>
            <a:r>
              <a:rPr lang="en-US" dirty="0" smtClean="0">
                <a:latin typeface="Baskerville Old Face" panose="02020602080505020303" pitchFamily="18" charset="0"/>
              </a:rPr>
              <a:t> this is a type of phishing used mainly for financial fraud and it is usually high profile individuals that are targeted</a:t>
            </a:r>
          </a:p>
          <a:p>
            <a:r>
              <a:rPr lang="en-US" dirty="0" smtClean="0">
                <a:latin typeface="Baskerville Old Face" panose="02020602080505020303" pitchFamily="18" charset="0"/>
              </a:rPr>
              <a:t>Other types include, smishing,vishing,clone phishing.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8585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7596" y="500062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 Recognizing phishing common signs.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man Old Style" panose="020506040505050202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askerville Old Face" panose="02020602080505020303" pitchFamily="18" charset="0"/>
              </a:rPr>
              <a:t>Urgent messages(act now).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askerville Old Face" panose="02020602080505020303" pitchFamily="18" charset="0"/>
              </a:rPr>
              <a:t>Unknown or strange email addresses.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askerville Old Face" panose="02020602080505020303" pitchFamily="18" charset="0"/>
              </a:rPr>
              <a:t>Suspicious links.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askerville Old Face" panose="02020602080505020303" pitchFamily="18" charset="0"/>
              </a:rPr>
              <a:t>Spelling and grammar mistakes.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8165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9793" y="448303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Staying safe from phishing.</a:t>
            </a:r>
            <a:endParaRPr lang="en-US" sz="6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6827" y="1773866"/>
            <a:ext cx="10515600" cy="4351338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askerville Old Face" panose="02020602080505020303" pitchFamily="18" charset="0"/>
              </a:rPr>
              <a:t>Do not click unknown links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askerville Old Face" panose="02020602080505020303" pitchFamily="18" charset="0"/>
              </a:rPr>
              <a:t>Always verify the sender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askerville Old Face" panose="02020602080505020303" pitchFamily="18" charset="0"/>
              </a:rPr>
              <a:t>Use strong passwords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en-US" dirty="0" smtClean="0">
                <a:latin typeface="Baskerville Old Face" panose="02020602080505020303" pitchFamily="18" charset="0"/>
              </a:rPr>
              <a:t>Enable two factor authentication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>
                <a:latin typeface="Baskerville Old Face" panose="02020602080505020303" pitchFamily="18" charset="0"/>
              </a:rPr>
              <a:t>Never share personal information</a:t>
            </a:r>
            <a:endParaRPr lang="en-US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176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Examples of phishing.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>
                <a:latin typeface="Bookman Old Style" panose="02050604050505020204" pitchFamily="18" charset="0"/>
              </a:rPr>
              <a:t>Painting a scenario where your bank account has been locked.</a:t>
            </a:r>
          </a:p>
          <a:p>
            <a:pPr marL="0" indent="0">
              <a:buNone/>
            </a:pPr>
            <a:r>
              <a:rPr lang="en-US" dirty="0" smtClean="0">
                <a:latin typeface="Bookman Old Style" panose="02050604050505020204" pitchFamily="18" charset="0"/>
              </a:rPr>
              <a:t>“Your bank account has been locked”…</a:t>
            </a:r>
          </a:p>
          <a:p>
            <a:pPr marL="0" indent="0">
              <a:buNone/>
            </a:pPr>
            <a:r>
              <a:rPr lang="en-US" dirty="0" smtClean="0">
                <a:latin typeface="Bookman Old Style" panose="02050604050505020204" pitchFamily="18" charset="0"/>
              </a:rPr>
              <a:t>Click here to verify</a:t>
            </a:r>
          </a:p>
          <a:p>
            <a:pPr marL="0" indent="0">
              <a:buNone/>
            </a:pPr>
            <a:r>
              <a:rPr lang="en-US" dirty="0" smtClean="0">
                <a:latin typeface="Bookman Old Style" panose="02050604050505020204" pitchFamily="18" charset="0"/>
              </a:rPr>
              <a:t>A.Safe</a:t>
            </a:r>
          </a:p>
          <a:p>
            <a:pPr marL="0" indent="0">
              <a:buNone/>
            </a:pPr>
            <a:r>
              <a:rPr lang="en-US" dirty="0" smtClean="0">
                <a:latin typeface="Bookman Old Style" panose="02050604050505020204" pitchFamily="18" charset="0"/>
              </a:rPr>
              <a:t>B.Phishing</a:t>
            </a:r>
          </a:p>
          <a:p>
            <a:pPr marL="0" indent="0">
              <a:buNone/>
            </a:pPr>
            <a:r>
              <a:rPr lang="en-US" dirty="0" smtClean="0">
                <a:latin typeface="Bookman Old Style" panose="02050604050505020204" pitchFamily="18" charset="0"/>
              </a:rPr>
              <a:t>This is a phishing attempt cause </a:t>
            </a:r>
          </a:p>
          <a:p>
            <a:pPr marL="0" indent="0">
              <a:buNone/>
            </a:pPr>
            <a:r>
              <a:rPr lang="en-US" dirty="0" smtClean="0">
                <a:latin typeface="Bookman Old Style" panose="02050604050505020204" pitchFamily="18" charset="0"/>
              </a:rPr>
              <a:t>It creates urgency</a:t>
            </a:r>
          </a:p>
          <a:p>
            <a:pPr marL="0" indent="0">
              <a:buNone/>
            </a:pPr>
            <a:r>
              <a:rPr lang="en-US" dirty="0" smtClean="0">
                <a:latin typeface="Bookman Old Style" panose="02050604050505020204" pitchFamily="18" charset="0"/>
              </a:rPr>
              <a:t>The link is suspicious</a:t>
            </a:r>
          </a:p>
        </p:txBody>
      </p:sp>
    </p:spTree>
    <p:extLst>
      <p:ext uri="{BB962C8B-B14F-4D97-AF65-F5344CB8AC3E}">
        <p14:creationId xmlns:p14="http://schemas.microsoft.com/office/powerpoint/2010/main" val="21292065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5341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sz="8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Quiz</a:t>
            </a:r>
            <a:endParaRPr lang="en-US" sz="8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Identify is this is an example of phishing 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Is this message safe ???</a:t>
            </a:r>
          </a:p>
          <a:p>
            <a:r>
              <a:rPr lang="en-US" dirty="0" smtClean="0"/>
              <a:t>Congratulations !!</a:t>
            </a:r>
          </a:p>
          <a:p>
            <a:r>
              <a:rPr lang="en-US" dirty="0" smtClean="0"/>
              <a:t>you won 1000 dollars</a:t>
            </a:r>
          </a:p>
          <a:p>
            <a:r>
              <a:rPr lang="en-US" dirty="0" smtClean="0"/>
              <a:t> click here to claim </a:t>
            </a:r>
          </a:p>
          <a:p>
            <a:r>
              <a:rPr lang="en-US" dirty="0" smtClean="0"/>
              <a:t>Answer yes or 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0873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mph" presetSubtype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5" presetClass="emph" presetSubtype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8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8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800" dirty="0" smtClean="0">
                <a:latin typeface="Baskerville Old Face" panose="02020602080505020303" pitchFamily="18" charset="0"/>
              </a:rPr>
              <a:t>Phishing attacks are one of the most common cybersecurity threats but they can be avoided with awareness and caution always think before clicking and verify any suspicious communication.</a:t>
            </a:r>
            <a:endParaRPr lang="en-US" sz="4800" dirty="0">
              <a:latin typeface="Baskerville Old Face" panose="020206020805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8176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#ppt_h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94</TotalTime>
  <Words>322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Baskerville Old Face</vt:lpstr>
      <vt:lpstr>Bookman Old Style</vt:lpstr>
      <vt:lpstr>Century Schoolbook</vt:lpstr>
      <vt:lpstr>Times New Roman</vt:lpstr>
      <vt:lpstr>Wingdings 2</vt:lpstr>
      <vt:lpstr>View</vt:lpstr>
      <vt:lpstr>PHISHING AWARENESS TRAINING #protect yourself from online scams</vt:lpstr>
      <vt:lpstr>Definition of Phishing.</vt:lpstr>
      <vt:lpstr>Types of phishing.</vt:lpstr>
      <vt:lpstr> Recognizing phishing common signs.</vt:lpstr>
      <vt:lpstr>Staying safe from phishing.</vt:lpstr>
      <vt:lpstr>Examples of phishing.</vt:lpstr>
      <vt:lpstr> Quiz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 protect yourself from online scams</dc:title>
  <dc:creator>hp</dc:creator>
  <cp:lastModifiedBy>hp</cp:lastModifiedBy>
  <cp:revision>10</cp:revision>
  <dcterms:created xsi:type="dcterms:W3CDTF">2026-04-08T21:24:52Z</dcterms:created>
  <dcterms:modified xsi:type="dcterms:W3CDTF">2026-04-08T22:59:30Z</dcterms:modified>
</cp:coreProperties>
</file>